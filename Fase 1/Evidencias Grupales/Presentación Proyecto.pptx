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0E7C8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2734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F7F2E7"/>
          </a:solidFill>
          <a:ln/>
        </p:spPr>
      </p:sp>
      <p:pic>
        <p:nvPicPr>
          <p:cNvPr id="5" name="Image 0" descr="images/icon_paw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503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PetMatch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66928" y="32461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geolocalización y matching de mascotas perdidas en Melipilla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Capstone (PTY4614)  ·  Fase 1: Definición de Proyecto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Santelises  ·  César Soto  ·  Moisés Leyton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— Sede Melipilla — Ingeniería en Informática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Melipilla no tiene un canal centralizado para mascotas perdidas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A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mages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dispersa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búsqueda depende de publicaciones sueltas en Facebook, WhatsApp o volantes en postes, sin ningún cruce entre ellas.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A2E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images/icon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5786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46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Comuna extensa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Melipilla es semirural, con sectores dispersos entre sí — eso dificulta aún más que la información circule rápido.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2A2E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4231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images/icon_pa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5786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46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días importan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7947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de reencuentro cae rápido con el tiempo, y hoy no existe nada que acelere ese proceso.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buscamos lograr con PetMatch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27000" dist="38100" dir="5400000">
              <a:srgbClr val="1F2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F7F2E7"/>
          </a:solidFill>
          <a:ln/>
        </p:spPr>
      </p:sp>
      <p:pic>
        <p:nvPicPr>
          <p:cNvPr id="6" name="Image 0" descr="image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de geolocalización que permita publicar alertas de mascotas perdidas, reportar avistamientos, y sugerir coincidencias automáticas por cercanía, tiempo y descripción — incrementando la probabilidad de reencuentro.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66360" y="1828800"/>
            <a:ext cx="256032" cy="256032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0" name="Image 1" descr="image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1883664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72821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modelo de datos geoespacial (PostGIS) escalable.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66360" y="2423160"/>
            <a:ext cx="256032" cy="256032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3" name="Image 2" descr="image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47802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3225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API backend con autenticación segura.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166360" y="3017520"/>
            <a:ext cx="256032" cy="256032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6" name="Image 3" descr="image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307238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291693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app móvil con mapa interactivo en tiempo real.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166360" y="3611880"/>
            <a:ext cx="256032" cy="256032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9" name="Image 4" descr="image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366674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7840" y="351129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sesión persistente para web y móvil.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166360" y="4206240"/>
            <a:ext cx="256032" cy="256032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22" name="Image 5" descr="images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224" y="4261104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77840" y="410565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los formularios de alerta y avistamiento.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5166360" y="4800600"/>
            <a:ext cx="256032" cy="256032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25" name="Image 6" descr="images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1224" y="4855464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77840" y="470001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flujos críticos con pruebas funcionales.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comunican las piezas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5400000">
              <a:srgbClr val="1F2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9718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mages/icon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31272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· React Native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30752" y="3493008"/>
            <a:ext cx="402336" cy="237744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27432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5400000">
              <a:srgbClr val="1F2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9718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images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31272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backend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8056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JWT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571232" y="3493008"/>
            <a:ext cx="402336" cy="237744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7432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25400" dir="5400000">
              <a:srgbClr val="1F2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09760" y="297180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2" descr="images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31272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21040" y="39593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PostGIS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4709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Mapa, alertas 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avistamientos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480560" y="4709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matching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321040" y="4709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geoespaciales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56235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expone una única API REST validada con Zod. Acepta sesión por cookie (web) o por header Authorization: Bearer (app móvil), con el mismo modelo de datos como fuente de verdad.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detrás de PetMatch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0492" y="2194560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mages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796" y="23408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194560"/>
            <a:ext cx="585216" cy="585216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1" name="Image 1" descr="images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6" y="234086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56616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792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8332" y="2194560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images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36" y="23408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35508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PostGIS (Neon)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0684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7252" y="2194560"/>
            <a:ext cx="585216" cy="585216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21" name="Image 3" descr="images/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556" y="23408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144000" y="31089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(jose) + Zod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1605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50492" y="4389120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6" name="Image 4" descr="images/icon_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796" y="453542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50749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777240" y="5303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/ React Native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3429000" y="41605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39412" y="4389120"/>
            <a:ext cx="585216" cy="585216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31" name="Image 5" descr="images/icon_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453542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66160" y="50749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566160" y="5303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+ Clustering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217920" y="41605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28332" y="4389120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6" name="Image 6" descr="images/icon_whatsap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636" y="4535424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50749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6355080" y="5303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Deep Link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9006840" y="41605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F2A2E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017252" y="4389120"/>
            <a:ext cx="585216" cy="585216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41" name="Image 7" descr="images/icon_gith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3556" y="4535424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44000" y="50749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9144000" y="5303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— MAPA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activos, de un vistazo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5798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image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208276"/>
            <a:ext cx="118872" cy="118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02996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clustering: pines cercanos se agrupan automáticamente.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93522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image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985516"/>
            <a:ext cx="118872" cy="118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80720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por nombre de mascota para encontrar un caso rápido.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7124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2" descr="image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762756"/>
            <a:ext cx="118872" cy="1188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58444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WhatsApp con mensaje precargado en cada tarjeta.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48970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3" descr="image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539996"/>
            <a:ext cx="118872" cy="1188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436168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claro / oscuro elegible por el usuario, con memoria persistente.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055864" y="551788"/>
            <a:ext cx="2679192" cy="5754424"/>
          </a:xfrm>
          <a:prstGeom prst="roundRect">
            <a:avLst>
              <a:gd name="adj" fmla="val 7509"/>
            </a:avLst>
          </a:prstGeom>
          <a:solidFill>
            <a:srgbClr val="1F2A2E"/>
          </a:solidFill>
          <a:ln/>
          <a:effectLst>
            <a:outerShdw sx="100000" sy="100000" kx="0" ky="0" algn="bl" rotWithShape="0" blurRad="177800" dist="63500" dir="5400000">
              <a:srgbClr val="1F2A2E">
                <a:alpha val="30000"/>
              </a:srgbClr>
            </a:outerShdw>
          </a:effectLst>
        </p:spPr>
      </p:sp>
      <p:pic>
        <p:nvPicPr>
          <p:cNvPr id="17" name="Image 4" descr="images/screenshot_final_ligh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634084"/>
            <a:ext cx="2514600" cy="55898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 con datos reales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5798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image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208276"/>
            <a:ext cx="118872" cy="118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02996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react-native-maps y API de Google Maps.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93522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image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985516"/>
            <a:ext cx="118872" cy="118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80720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Pines generados desde las alertas reales guardadas en Neon.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71246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2" descr="image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762756"/>
            <a:ext cx="118872" cy="1188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58444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build propio (EAS Build), no una demo genérica.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489704"/>
            <a:ext cx="219456" cy="2194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3" descr="image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539996"/>
            <a:ext cx="118872" cy="1188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436168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oscuro sincronizado en toda la interfaz.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055864" y="551788"/>
            <a:ext cx="2679192" cy="5754424"/>
          </a:xfrm>
          <a:prstGeom prst="roundRect">
            <a:avLst>
              <a:gd name="adj" fmla="val 7509"/>
            </a:avLst>
          </a:prstGeom>
          <a:solidFill>
            <a:srgbClr val="1F2A2E"/>
          </a:solidFill>
          <a:ln/>
          <a:effectLst>
            <a:outerShdw sx="100000" sy="100000" kx="0" ky="0" algn="bl" rotWithShape="0" blurRad="177800" dist="63500" dir="5400000">
              <a:srgbClr val="1F2A2E">
                <a:alpha val="30000"/>
              </a:srgbClr>
            </a:outerShdw>
          </a:effectLst>
        </p:spPr>
      </p:sp>
      <p:pic>
        <p:nvPicPr>
          <p:cNvPr id="17" name="Image 4" descr="images/screenshot_dark_map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634084"/>
            <a:ext cx="2514600" cy="55898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boceto original a la app real</a:t>
            </a:r>
            <a:endParaRPr lang="en-US" sz="3000" dirty="0"/>
          </a:p>
        </p:txBody>
      </p:sp>
      <p:pic>
        <p:nvPicPr>
          <p:cNvPr id="4" name="Image 0" descr="images/mockup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480" y="1874520"/>
            <a:ext cx="1779877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25760" y="1828800"/>
            <a:ext cx="1871317" cy="3337560"/>
          </a:xfrm>
          <a:prstGeom prst="roundRect">
            <a:avLst>
              <a:gd name="adj" fmla="val 3909"/>
            </a:avLst>
          </a:prstGeom>
          <a:noFill/>
          <a:ln w="12700">
            <a:solidFill>
              <a:srgbClr val="5C6B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34237" y="3296412"/>
            <a:ext cx="640080" cy="402336"/>
          </a:xfrm>
          <a:prstGeom prst="rightArrow">
            <a:avLst/>
          </a:prstGeom>
          <a:solidFill>
            <a:srgbClr val="F2734B"/>
          </a:solidFill>
          <a:ln/>
        </p:spPr>
      </p:sp>
      <p:pic>
        <p:nvPicPr>
          <p:cNvPr id="7" name="Image 1" descr="images/screenshot_final_ligh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197" y="1874520"/>
            <a:ext cx="1460275" cy="3246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11477" y="1828800"/>
            <a:ext cx="1551715" cy="3337560"/>
          </a:xfrm>
          <a:prstGeom prst="roundRect">
            <a:avLst>
              <a:gd name="adj" fmla="val 4714"/>
            </a:avLst>
          </a:prstGeom>
          <a:noFill/>
          <a:ln w="12700">
            <a:solidFill>
              <a:srgbClr val="5C6B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05720" y="5394960"/>
            <a:ext cx="25113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Boceto inicial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22840" y="5715000"/>
            <a:ext cx="287715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 vintage / papel, hecha a mano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391437" y="5394960"/>
            <a:ext cx="21917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final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208557" y="5715000"/>
            <a:ext cx="25575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sky teal + cream, nav flotante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adaptado, en 18 semanas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3108960"/>
            <a:ext cx="1014984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852928"/>
            <a:ext cx="512064" cy="512064"/>
          </a:xfrm>
          <a:prstGeom prst="ellipse">
            <a:avLst/>
          </a:prstGeom>
          <a:solidFill>
            <a:srgbClr val="F2734B"/>
          </a:solidFill>
          <a:ln w="38100">
            <a:solidFill>
              <a:srgbClr val="F7F2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diseño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87268" y="2852928"/>
            <a:ext cx="512064" cy="512064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7F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726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289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890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24728" y="2852928"/>
            <a:ext cx="512064" cy="512064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7F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S9–S13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2188" y="2852928"/>
            <a:ext cx="512064" cy="512064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7F2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218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0382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correcciones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0382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S14–S16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899648" y="2852928"/>
            <a:ext cx="512064" cy="512064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7F2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99648" y="2852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final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7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S17–S18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" y="5394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cortos con planificación, desarrollo, prueba funcional y revisión grupal antes de cada nuevo ciclo. Control de versiones con Git y GitHub.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5A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E7C8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2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PetMatch — un canal para que Melipilla reencuentre a sus mascotas más rápido.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6" name="Image 0" descr="image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9626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761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Santelises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305409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full-stack (backend, app móvil y diseño)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0" name="Image 1" descr="image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73989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538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Soto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38313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proyecto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F2734B"/>
          </a:solidFill>
          <a:ln/>
        </p:spPr>
      </p:sp>
      <p:pic>
        <p:nvPicPr>
          <p:cNvPr id="14" name="Image 2" descr="images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51713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Leyton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46085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 proyecto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· Sede Melipilla · Ingeniería en Informática · Capstone (PTY4614)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2026-08-31T01:43:22Z</dcterms:created>
  <dcterms:modified xsi:type="dcterms:W3CDTF">2026-08-31T01:43:22Z</dcterms:modified>
</cp:coreProperties>
</file>